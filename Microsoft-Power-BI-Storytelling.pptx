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9" d="100"/>
          <a:sy n="109" d="100"/>
        </p:scale>
        <p:origin x="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582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642102"/>
                  </p:ext>
                </p:extLst>
              </p:nvPr>
            </p:nvGraphicFramePr>
            <p:xfrm>
              <a:off x="721012" y="837986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837986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5ef7ccf8-1a57-472b-8c9d-26dbc1b6521a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AED9FC&quot;"/>
    <we:property name="bookmark" value="&quot;H4sIAAAAAAAAA91X62/bNhD/VwxhQztAGUjKksV8q10HGLB1XVykKIZ8OIlnh7MsaRSV2TP8v+8oWXBedtzXkAQIAvF4vMfvnl57SldlBqt3sEDv1BsWxXwBZt7jnu/lLS1hyAYCElCREgGKWITutiitLvLKO117FswM7YWuasicICL+eel7kGXvYeZOU8gq9L0STVXkkOl/sWWmK2tq3PgeLsusMOBETixYdGKviZ3OZAL/OSCNkFp9jRNMbUsVcTDlfCAYC0CJmIWQSmKrWobGsgdZnOhG/ajILeic1DhaIgIug1ClPJap6mOkGDh6pfNZtjV49/bDqnTgQKNrWFtLJhEoyV+k3YnbbMirpC+Z4FJyUHE/JKmhfFykxaVNiuV9aTKREnjKASXJhGCg5MC9nurMdj6sxsvSEPzrLnqKC5GEAce4DzED5DhISLRtdY0I6llhdEp2+FtBTs5FB73wvTNTLBqJ2xxJiXOcW21X7kBA02eNOdnpe60LbEPR/3iFBpt3BLPSbczW3i/Nf2clVlUbpoYlqxd3btxpUtQmxXOc7g6NBQ6O96aghGqscDlRGKKS3gvI6iYDSeyvmvxpIW7IxPrqTOeQp5qS75V7cEnQXrYJeEPvUfY8DMI+03zvqvhnZJAQV94p3/jrLghv1DVZRNS7VryZzQzOoINu/BUmVuVJyNiJzhUuT1jg/gQT0T1rbZHOe2/1de9cV/PeudPd8JzV+bbs2F1X2A1XbufTd8N0tUiK7B6mrAnk4doyiAsob9cWHYxCM1w1qfhWm67DUPKPn0VAyHEiRXEQcyWUTFkSq34aBAE+2h+YQglxHDHgCdJDJkW66w8vITW3jgoJUZRELCZgIIkiGmX9naMfivLd0R2wqpO/azQr725+TLoL+v6j+zgo6WYv3QfErbY6wYzS8wua5t4q8jtjphoz5Tklv/9v9XDAvCMz33exo4bKmhnZIiVc3L8Y4u84ufa3MucHJBkeeNsl12bzDWbWsVW3r9XuCquPIYZxIkOIQvqiXQvjr9swnnjIPnvZwG+2aRwbtYeXjmMGpMvB8fJlDsgUYhmzvlAsjQcAA05b8aPruF7Qb5j7y3iEOAiUmkYRE3KQhBHwA8v40xunYzA5uV31rF18zob3hFxwQf/kZtZr+OmZujBEC8/UdM4+9X7sja4gp/J4ni6E4uNzd+E3MHO0vRGUvdc/DI8og5c3AR6uIdfxm0Z9q2//B2iMQ8zwEgAA&quot;"/>
    <we:property name="creatorSessionId" value="&quot;846abbb1-2c47-400c-b894-9da2115e6ba5&quot;"/>
    <we:property name="creatorTenantId" value="&quot;3c71cbab-b5ed-4f3b-ac0d-95509d6c0e93&quot;"/>
    <we:property name="creatorUserId" value="&quot;10032004461BDF63&quot;"/>
    <we:property name="datasetId" value="&quot;5fd566ae-6e37-41bc-997e-b8cb535d6293&quot;"/>
    <we:property name="embedUrl" value="&quot;/reportEmbed?reportId=9ae0b346-b9b7-47e0-9455-877dbb8bfc3a&amp;groupId=e5f8b1ea-37d8-4cb1-9daf-13a4977e21f2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YbW/bNhD+KwYxoBugDLTeLOWb7aXA0OVldZFhGILhSJ0ctbKkUVRmL/B/35GSl8SzaztpOw8b4A/i8XQvz3M8nnzPkqyuclhcwAzZKRuV5YcZqA+9PnNY0ckuL9+cD9+++fVieH5G4rLSWVnU7PSeaVBT1NdZ3UBuLJDwlxuHQZ5fwdSsUshrdFiFqi4LyLM/sFWmLa0aXDoM51VeKjAmJxo0GrN3pE5r8t3/1iOPIHV2hxOUupWKWAgcCB5FYTLwYxf8vlGrWwUb2UYVY9q6H5eFhqwgN0bGPUx4GEQeeCACIVzPAyOvs2KadwE/vPtuURlUwPoaNVpTSASKeE/ejbnl0mQ1SH1En0fC5Vy64EIU7DSpca5FOf+7tX7qS3BD13UHIEQcSJ/bZNIs110OYnE2rxTBT6S01obJHRQSE2YxVli3kN6z4XSqcAq6W5492RyXeTPbIJ+UjZL4FlO7VehML8hHXZ0EnJ9kRYLzE+6Zn8vdkJmgr1RJtFu1c6oo1L0xVL2vvxp9Y7dfN0VHJzfL2/L3sULiPzGCG5J8FCoJKum2nqBFC5WgGi0sEt9lalUzrrOW0BGiQGmTKIAoBCpIBD8I4kHo9r1oO9ndGfWSiAd+iAEfcOHHwkdwCZmuFN6V1QWtWgvGwPXqgBEsr1U5s6a6FlA34rcG1YKtIzZZbdDzj6uHj1mSxsQKJEkHkx4bLIgph7U8EtMOm2BOLNkX98K9XVj7awibDlEqRsIugjTDPGHGyeWeZXGOUDcKnx3C8G7a6/Ofe1eo0lLNzAlkhlnHkMBOA3ue2+TdpXMoVD/doonNIlUk2ap4v1+DrP6UYNrYQeS4/d2/Sma5tFW83nEOO05P0t8W1HrHcHb3vf2o3SuMzSwf3MUEqPEtKP3cHvbZMzLct5cvqb5/dL2OKcdpqRb7F9ph9N7YcxJ4aRwMIA0kj0LBXS/y4p33XhdaJu3d8MULcSfpdZ5J6sKPKWczpDnKPCSgwSZTta4ybPfLxG6jzfWe/ZBR/q3ta8gbY/bVCOpMvlodweUW4qz6Af3hObS56SCI4z5GID1Oo1dfDuSx07ZH/zjCieGLd5wjxOAf7lFCxsCFmbzAF2GMLraz+Qs+HmjwS2IpOH2RyNBLQhmLcOf5OeIZ72HMqR9rbyuAzzUcLmaizF80HL68+h9GpmfVuZ0hXf4vGiI70I9riFwF9R+9BKoM/78EPlEJ3dhqXW6e5spG1xVIvIICN0x1VFlAiSc7JjvzRxmzPojFrDtDe+h3wf0JTUJ8A+MTAAA=&quot;"/>
    <we:property name="isFiltersActionButtonVisible" value="true"/>
    <we:property name="isVisualContainerHeaderHidden" value="false"/>
    <we:property name="pageDisplayName" value="&quot;Top Stock in Best Sector&quot;"/>
    <we:property name="pageName" value="&quot;283f1172003ad2805ac9&quot;"/>
    <we:property name="reportEmbeddedTime" value="&quot;2026-03-09T00:33:20.363Z&quot;"/>
    <we:property name="reportName" value="&quot;Week 7 Final Project 3.0&quot;"/>
    <we:property name="reportState" value="&quot;CONNECTED&quot;"/>
    <we:property name="reportUrl" value="&quot;/groups/e5f8b1ea-37d8-4cb1-9daf-13a4977e21f2/reports/9ae0b346-b9b7-47e0-9455-877dbb8bfc3a/283f1172003ad2805ac9?bookmarkGuid=70fa7162-7a49-4760-a384-fb555160262e&amp;bookmarkUsage=1&amp;ctid=3c71cbab-b5ed-4f3b-ac0d-95509d6c0e93&amp;fromEntryPoint=export&amp;pbi_source=storytelling_addin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Demmons, Jacob</cp:lastModifiedBy>
  <cp:revision>5</cp:revision>
  <dcterms:created xsi:type="dcterms:W3CDTF">2018-06-07T21:39:02Z</dcterms:created>
  <dcterms:modified xsi:type="dcterms:W3CDTF">2026-03-09T14:18:46Z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